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-2412" y="-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Учет студентов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Участники: Р. Егор, К. Максим</a:t>
            </a:r>
          </a:p>
          <a:p>
            <a:r>
              <a:rPr lang="ru-RU" dirty="0" smtClean="0"/>
              <a:t>Учреждение: Деканат</a:t>
            </a:r>
          </a:p>
          <a:p>
            <a:r>
              <a:rPr lang="ru-RU" dirty="0" smtClean="0"/>
              <a:t>Год:2025</a:t>
            </a:r>
            <a:r>
              <a:rPr lang="ru-R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9166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Конкуренты и наше преимущество 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779587"/>
              </p:ext>
            </p:extLst>
          </p:nvPr>
        </p:nvGraphicFramePr>
        <p:xfrm>
          <a:off x="457200" y="1600200"/>
          <a:ext cx="8291264" cy="4421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5632"/>
                <a:gridCol w="4145632"/>
              </a:tblGrid>
              <a:tr h="1473696">
                <a:tc>
                  <a:txBody>
                    <a:bodyPr/>
                    <a:lstStyle/>
                    <a:p>
                      <a:pPr algn="ctr"/>
                      <a:endParaRPr lang="ru-RU" dirty="0" smtClean="0"/>
                    </a:p>
                    <a:p>
                      <a:pPr algn="ctr"/>
                      <a:r>
                        <a:rPr lang="ru-RU" dirty="0" smtClean="0"/>
                        <a:t>Конкурент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 smtClean="0"/>
                    </a:p>
                    <a:p>
                      <a:pPr algn="ctr"/>
                      <a:r>
                        <a:rPr lang="ru-RU" dirty="0" smtClean="0"/>
                        <a:t>Наше лучше</a:t>
                      </a:r>
                      <a:endParaRPr lang="ru-RU" dirty="0"/>
                    </a:p>
                  </a:txBody>
                  <a:tcPr/>
                </a:tc>
              </a:tr>
              <a:tr h="1473696">
                <a:tc>
                  <a:txBody>
                    <a:bodyPr/>
                    <a:lstStyle/>
                    <a:p>
                      <a:pPr algn="ctr"/>
                      <a:endParaRPr lang="ru-RU" dirty="0" smtClean="0"/>
                    </a:p>
                    <a:p>
                      <a:pPr algn="ctr"/>
                      <a:r>
                        <a:rPr lang="ru-RU" dirty="0" smtClean="0"/>
                        <a:t>Бумажные журналы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 smtClean="0"/>
                    </a:p>
                    <a:p>
                      <a:pPr algn="ctr"/>
                      <a:r>
                        <a:rPr lang="ru-RU" dirty="0" smtClean="0"/>
                        <a:t>Все в компьютере</a:t>
                      </a:r>
                      <a:endParaRPr lang="ru-RU" dirty="0"/>
                    </a:p>
                  </a:txBody>
                  <a:tcPr/>
                </a:tc>
              </a:tr>
              <a:tr h="1473696">
                <a:tc>
                  <a:txBody>
                    <a:bodyPr/>
                    <a:lstStyle/>
                    <a:p>
                      <a:pPr algn="ctr"/>
                      <a:endParaRPr lang="ru-RU" dirty="0" smtClean="0"/>
                    </a:p>
                    <a:p>
                      <a:pPr algn="ctr"/>
                      <a:r>
                        <a:rPr lang="ru-RU" dirty="0" smtClean="0"/>
                        <a:t>Старые программы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 smtClean="0"/>
                    </a:p>
                    <a:p>
                      <a:pPr algn="ctr"/>
                      <a:r>
                        <a:rPr lang="ru-RU" dirty="0" smtClean="0"/>
                        <a:t>Просто и удобно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31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Эскиз проекта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412776"/>
            <a:ext cx="504056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060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</a:t>
            </a:r>
            <a:r>
              <a:rPr lang="ru-RU" dirty="0" err="1" smtClean="0"/>
              <a:t>Ганта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78069"/>
            <a:ext cx="8280920" cy="2025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691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</TotalTime>
  <Words>36</Words>
  <Application>Microsoft Office PowerPoint</Application>
  <PresentationFormat>Экран (4:3)</PresentationFormat>
  <Paragraphs>19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Апекс</vt:lpstr>
      <vt:lpstr>Учет студентов</vt:lpstr>
      <vt:lpstr>Конкуренты и наше преимущество </vt:lpstr>
      <vt:lpstr>Эскиз проекта</vt:lpstr>
      <vt:lpstr>Диаграмма Ганта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Учет студентов</dc:title>
  <dc:creator>as11</dc:creator>
  <cp:lastModifiedBy>user</cp:lastModifiedBy>
  <cp:revision>4</cp:revision>
  <dcterms:created xsi:type="dcterms:W3CDTF">2025-10-31T09:52:21Z</dcterms:created>
  <dcterms:modified xsi:type="dcterms:W3CDTF">2025-11-10T08:02:02Z</dcterms:modified>
</cp:coreProperties>
</file>